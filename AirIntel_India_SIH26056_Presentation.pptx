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8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8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80">
                <a:solidFill>
                  <a:srgbClr val="0F172A"/>
                </a:solidFill>
                <a:latin typeface="Arial"/>
              </a:rPr>
              <a:t>Arithmetic mean formula overstates airfare transport inflation by 20-30 bps.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98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▶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Real-Time Extraction: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T+1..T+45 Advance Horizons: </a:t>
            </a:r>
            <a:r>
              <a:rPr sz="98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UN/ILO Jevons Index: </a:t>
            </a:r>
            <a:r>
              <a:rPr sz="98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SHA-256 Audit Ledger: </a:t>
            </a:r>
            <a:r>
              <a:rPr sz="98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pic>
        <p:nvPicPr>
          <p:cNvPr id="13" name="Picture 12" descr="workflow_circular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69080"/>
            <a:ext cx="11183112" cy="17556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98464"/>
            <a:ext cx="11000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HARVESTING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IQR OUTLIER TRUNCATION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JEVONS GEOMETRIC INDEX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SHA-256 PROVENANCE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154680" cy="544068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288036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Stealth Proxy Pool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T+1..T+45 Advance Horizons Dynamic Tracking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SciPy &amp; NumPy Dynamic IQR Outlier Filter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7C3AED"/>
                </a:solidFill>
                <a:latin typeface="Arial"/>
              </a:rPr>
              <a:t>Index Engine &amp; Crypto: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DGCA Official Route Volume Weighting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FastAPI &amp; Uvicorn Sub-10ms REST APIs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Vercel Edge &amp; GitHub Actions Daily Cron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NDSAP Open Data &amp; UN/ILO Ch. 10 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051560"/>
            <a:ext cx="7845552" cy="54406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496" y="1216152"/>
            <a:ext cx="7589520" cy="3238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977640" y="4637987"/>
            <a:ext cx="7571232" cy="171709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4729427"/>
            <a:ext cx="7388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E40AF"/>
                </a:solidFill>
                <a:latin typeface="Arial"/>
              </a:defRPr>
            </a:pPr>
            <a:r>
              <a:t>Core Engineering Benchmarks &amp; Architectural Guarantees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Harvester Run SLA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18 Minutes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10,000+ daily live fares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Dynamic IQR Filter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DC2626"/>
                </a:solidFill>
                <a:latin typeface="Arial"/>
              </a:defRPr>
            </a:pPr>
            <a:r>
              <a:t>SciPy Scrubber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Purges phantom taxes &amp; surge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3256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Axiomatic Rigor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0.00% Bias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UN/ILO Jevons Geometric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REST API Delivery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10ms Latency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MoSPI eSankhyiki CSV/JSON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