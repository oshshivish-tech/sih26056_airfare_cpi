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280160"/>
            <a:ext cx="6858000" cy="5212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5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50" b="1">
                <a:solidFill>
                  <a:srgbClr val="DC2626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5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15468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288036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51560"/>
            <a:ext cx="7845552" cy="54406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216152"/>
            <a:ext cx="7589520" cy="3238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977640" y="4637987"/>
            <a:ext cx="7571232" cy="171709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729427"/>
            <a:ext cx="7388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E40AF"/>
                </a:solidFill>
                <a:latin typeface="Arial"/>
              </a:defRPr>
            </a:pPr>
            <a:r>
              <a:t>Core Engineering Benchmarks &amp; Architectural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Harvester Run SLA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18 Minutes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10,000+ daily live fares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Dynamic IQR Filter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SciPy Scrubber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Purges phantom taxes &amp; surge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Axiomatic Rigor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0.00% Bias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UN/ILO Jevons Geometric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REST API Delivery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10ms Latency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MoSPI eSankhyiki CSV/JSON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