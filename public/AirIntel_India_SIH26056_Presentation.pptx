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Team Rookie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Team Rookie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5440680" cy="2542032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89888"/>
            <a:ext cx="5440680" cy="4114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⚠️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65376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100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100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1000">
                <a:solidFill>
                  <a:srgbClr val="0F172A"/>
                </a:solidFill>
                <a:latin typeface="Arial"/>
              </a:rPr>
              <a:t>Arithmetic mean formula overstates airfare transport inflation by 20–30 bps (substitution bias).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100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89888"/>
            <a:ext cx="5440680" cy="254203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389888"/>
            <a:ext cx="54406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💡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865376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Real-Time Extraction: </a:t>
            </a:r>
            <a:r>
              <a:rPr sz="100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T+1..T+45 Advance Horizons: </a:t>
            </a:r>
            <a:r>
              <a:rPr sz="100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UN/ILO Jevons Index: </a:t>
            </a:r>
            <a:r>
              <a:rPr sz="100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SHA-256 Audit Ledger: </a:t>
            </a:r>
            <a:r>
              <a:rPr sz="100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40AF"/>
                </a:solidFill>
                <a:latin typeface="Arial"/>
              </a:defRPr>
            </a:pPr>
            <a:r>
              <a:t>🎯 Dynamic Yield Tracking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Captures 200–400% intraday surge swings across advance windows that manual monthly visits miss.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524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728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333EA"/>
                </a:solidFill>
                <a:latin typeface="Arial"/>
              </a:defRPr>
            </a:pPr>
            <a:r>
              <a:t>🧹 Dynamic IQR Scrubber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SciPy algorithm automatically isolates base fare, scrubbing phantom seats, taxes, and cache glitches.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🔒 Sovereign Audit Vault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SHA-256 batch Merkle tree proofs conform to NDSAP open data standards for MoSPI &amp; RBI scrutiny.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⚡ Real-Time DPI Delivery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Sub-10ms REST API &amp; automated eSankhyiki CSV ingestion feeds monetary policy at &lt;₹3,500/month.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1500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788152"/>
            <a:ext cx="11000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DATA HARVESTING  ➔  IQR OUTLIER TRUNCATION  ➔  JEVONS GEOMETRIC INDEX  ➔  SHA-256 PROVENANCE  ➔  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6576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338328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DC2626"/>
                </a:solidFill>
                <a:latin typeface="Arial"/>
              </a:rPr>
              <a:t>Languages: </a:t>
            </a:r>
            <a:r>
              <a:rPr sz="1100" b="1">
                <a:solidFill>
                  <a:srgbClr val="000000"/>
                </a:solidFill>
                <a:latin typeface="Arial"/>
              </a:rPr>
              <a:t>Python 3.13 (Crawlers &amp; Engine), TypeScript (Dashboard), SQL (Storage).</a:t>
            </a:r>
          </a:p>
          <a:p>
            <a:pPr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Tools &amp; Frameworks: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Playwright Headless (Anti-Detection Scraping)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UN/ILO Jevons Index Formula (Aggregation)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SciPy &amp; NumPy (Dynamic IQR Outlier Filter)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SHA-256 Cryptographic Vault (Audit Ledger)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FastAPI &amp; Uvicorn (REST Microservices)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PostgreSQL (Relational Time-Series Store)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React 19 &amp; TailwindCSS (Dashboards)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Vercel Edge &amp; GitHub Actions (Serverless)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Key Design Standards: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UN/ILO Chapter 10 Axiomatic Axioms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NDSAP Sovereign Open Data Mandate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Sub-10ms Real-Time API Response SLA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Zero Cloudflare / Anti-Bot Throttling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051560"/>
            <a:ext cx="7342631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43400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40AF"/>
                </a:solidFill>
                <a:latin typeface="Arial"/>
              </a:defRPr>
            </a:pPr>
            <a:r>
              <a:t>Production Engine Validation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100% Production Pipeline: </a:t>
            </a:r>
            <a:r>
              <a:rPr sz="900">
                <a:solidFill>
                  <a:srgbClr val="0F172A"/>
                </a:solidFill>
                <a:latin typeface="Arial"/>
              </a:rPr>
              <a:t>Validated on 10,000+ live fare quotes across IndiGo, Air India, SpiceJet, and Akasa.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Sub-10ms Jevons Aggregation: </a:t>
            </a:r>
            <a:r>
              <a:rPr sz="900">
                <a:solidFill>
                  <a:srgbClr val="0F172A"/>
                </a:solidFill>
                <a:latin typeface="Arial"/>
              </a:rPr>
              <a:t>SciPy/NumPy vectorization guarantees instant elementary index computation with zero latency.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Dynamic Outlier Truncation: </a:t>
            </a:r>
            <a:r>
              <a:rPr sz="900">
                <a:solidFill>
                  <a:srgbClr val="0F172A"/>
                </a:solidFill>
                <a:latin typeface="Arial"/>
              </a:rPr>
              <a:t>Dynamic IQR algorithm truncates phantom pricing and cache glitches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Sovereign MoSPI &amp; RBI Integration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SHA-256 Audit Vault: </a:t>
            </a:r>
            <a:r>
              <a:rPr sz="900">
                <a:solidFill>
                  <a:srgbClr val="0F172A"/>
                </a:solidFill>
                <a:latin typeface="Arial"/>
              </a:rPr>
              <a:t>Immutable cryptographic hash ledger logs every raw fare quote for sovereign legal compliance.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MoSPI eSankhyiki Ingestion: </a:t>
            </a:r>
            <a:r>
              <a:rPr sz="900">
                <a:solidFill>
                  <a:srgbClr val="0F172A"/>
                </a:solidFill>
                <a:latin typeface="Arial"/>
              </a:rPr>
              <a:t>Native REST endpoints export standardized CSV/JSON for national statistical workflows.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Ultra-Low Serverless Footprint: </a:t>
            </a:r>
            <a:r>
              <a:rPr sz="900">
                <a:solidFill>
                  <a:srgbClr val="0F172A"/>
                </a:solidFill>
                <a:latin typeface="Arial"/>
              </a:rPr>
              <a:t>Fully automated daily cron on GitHub Actions &amp; Edge compute operates at &lt; ₹3,500/month.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