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</a:pPr>
            <a:r>
              <a:rPr sz="16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65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sz="16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650" b="1">
                <a:solidFill>
                  <a:srgbClr val="DC2626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sz="16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65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sz="16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6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sz="16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6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000"/>
              </a:spcBef>
              <a:spcAft>
                <a:spcPts val="1000"/>
              </a:spcAft>
            </a:pPr>
            <a:r>
              <a:rPr sz="165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6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154680" cy="5440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9576"/>
            <a:ext cx="2880360" cy="51846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Stealth Proxy Pool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T+1..T+45 Advance Horizons Dynamic Tracking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SciPy &amp; NumPy Dynamic IQR Outlier Filter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7C3AED"/>
                </a:solidFill>
                <a:latin typeface="Arial"/>
              </a:rPr>
              <a:t>Index Engine &amp; Crypto: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DGCA Official Route Volume Weighting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FastAPI &amp; Uvicorn Sub-10ms REST APIs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Vercel Edge &amp; GitHub Actions Daily Cron</a:t>
            </a:r>
          </a:p>
          <a:p>
            <a:pPr>
              <a:spcAft>
                <a:spcPts val="250"/>
              </a:spcAft>
            </a:pPr>
            <a:r>
              <a:rPr sz="1000" b="1">
                <a:solidFill>
                  <a:srgbClr val="0F172A"/>
                </a:solidFill>
                <a:latin typeface="Arial"/>
              </a:rPr>
              <a:t>• </a:t>
            </a:r>
            <a:r>
              <a:rPr sz="980">
                <a:solidFill>
                  <a:srgbClr val="0F172A"/>
                </a:solidFill>
                <a:latin typeface="Arial"/>
              </a:rPr>
              <a:t>NDSAP Open Data &amp; UN/ILO Ch. 10 Ready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051560"/>
            <a:ext cx="7845552" cy="5440680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1216152"/>
            <a:ext cx="7589520" cy="323895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977640" y="4637987"/>
            <a:ext cx="7571232" cy="1717093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524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729427"/>
            <a:ext cx="7388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1E40AF"/>
                </a:solidFill>
                <a:latin typeface="Arial"/>
              </a:defRPr>
            </a:pPr>
            <a:r>
              <a:t>Core Engineering Benchmarks &amp; Architectural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Harvester Run SLA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18 Minutes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10,000+ daily live fares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Dynamic IQR Filter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DC2626"/>
                </a:solidFill>
                <a:latin typeface="Arial"/>
              </a:defRPr>
            </a:pPr>
            <a:r>
              <a:t>SciPy Scrubber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Purges phantom taxes &amp; surge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Axiomatic Rigor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0.00% Bias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UN/ILO Jevons Geometric 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5076899"/>
            <a:ext cx="1773936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919" b="1">
                <a:solidFill>
                  <a:srgbClr val="1B365D"/>
                </a:solidFill>
                <a:latin typeface="Arial"/>
              </a:defRPr>
            </a:pPr>
            <a:r>
              <a:t>REST API Delivery</a:t>
            </a:r>
          </a:p>
          <a:p>
            <a:pPr algn="ctr">
              <a:spcAft>
                <a:spcPts val="300"/>
              </a:spcAft>
              <a:defRPr sz="1150" b="1">
                <a:solidFill>
                  <a:srgbClr val="10B981"/>
                </a:solidFill>
                <a:latin typeface="Arial"/>
              </a:defRPr>
            </a:pPr>
            <a:r>
              <a:t>&lt; 10ms Latency</a:t>
            </a:r>
          </a:p>
          <a:p>
            <a:pPr algn="ctr">
              <a:defRPr sz="819">
                <a:solidFill>
                  <a:srgbClr val="0F172A"/>
                </a:solidFill>
                <a:latin typeface="Arial"/>
              </a:defRPr>
            </a:pPr>
            <a:r>
              <a:t>MoSPI eSankhyiki CSV/JSON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